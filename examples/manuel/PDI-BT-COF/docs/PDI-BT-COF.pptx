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869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EC21-3BD0-1B1D-DEDD-5BEADDE55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6218FF-5835-B718-3647-BD6C34F9A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CAAA01-DF25-9853-2437-1DC3D890B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D4E-1E9A-4039-AFA7-559DB97CE1D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57636-C5A1-7B26-ED3F-D422AB46E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4ADE66-66BC-5004-CB57-AEF7BD4F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0408-56E7-4EB2-8F50-607C96EF80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00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CFD87-0782-9FFD-F273-17226DF6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F59E4-5DB4-2911-4D81-614293C94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D193A7-A2F4-1C42-D754-864559E54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D4E-1E9A-4039-AFA7-559DB97CE1D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020B0E-98A1-70B2-B46F-2440FA2F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B41878-B813-8C10-5A2E-9CD498432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0408-56E7-4EB2-8F50-607C96EF80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380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147EE-76B0-5405-1B24-510DB48A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7268F-F712-D8CA-AE63-BB749563F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706EB0-E3B4-5488-E6F9-E713B93F2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D4E-1E9A-4039-AFA7-559DB97CE1D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E74D43-764C-02D9-C078-C01EBBDB1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8EBC9E-A7C2-76C7-0913-DC8ED3DD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0408-56E7-4EB2-8F50-607C96EF80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78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F7604-DF88-D746-1209-ACE14009C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967531-D0A5-56E3-2A8A-FF81D20F3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475BFD-EA2C-0730-9705-AB21E9BE0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6FADBF-3CD5-CECA-C1CE-1B0AAFCB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D4E-1E9A-4039-AFA7-559DB97CE1D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C02393-99E6-33E0-D2C5-26F076DA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057D1D-5EB8-68FD-337B-FE82D5891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0408-56E7-4EB2-8F50-607C96EF80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572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86F72-1083-545E-6B9C-CDE08BA26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E3B249-DCF1-2892-048A-B228BC970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622DC3-95CA-5690-8012-52CFE9CFA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7D7DC5-0660-136A-7433-20B139EB6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CE1500-3708-26F4-5DDE-601815C6E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4206F1-AF54-07C8-294C-3037615B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D4E-1E9A-4039-AFA7-559DB97CE1D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7B94C0D-AB1A-661D-EF9D-0C0040440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C48E4FE-60C8-AAC7-6BA8-1D734661C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0408-56E7-4EB2-8F50-607C96EF80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6316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2294E-2E7F-D0EE-C79E-C917B6C26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25A4DA1-F637-423D-9C6D-E92E9E3B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D4E-1E9A-4039-AFA7-559DB97CE1D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32894A0-4D6C-9B70-5191-7CB74B2E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20A3C1A-CBC3-BC62-F5B3-C0756D6CD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0408-56E7-4EB2-8F50-607C96EF80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66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63376C-9A0C-5567-F200-7AB990BE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D4E-1E9A-4039-AFA7-559DB97CE1D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12EC94-7493-F20A-561D-E9907FF5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106763-DDF2-BC74-4F6D-B67C0C23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0408-56E7-4EB2-8F50-607C96EF80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081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9BC5C-86E4-3E59-8B1E-4930EB52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2E032-2EF0-583C-8FCA-C914B08E0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80865F-451F-B578-F2DE-CDFD7015E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003202-8DC0-3472-4A40-04E9B8984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D4E-1E9A-4039-AFA7-559DB97CE1D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72BBA0-147B-0410-5C73-3761FBE4A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A39DD9-DB88-C9C9-C536-951A0A06F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0408-56E7-4EB2-8F50-607C96EF80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089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432D3-4A6A-B974-BB85-186B4E80E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E19DC9-97C7-7749-CF9C-BA040E2395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C8B4E4-550A-C98F-9752-964A98720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8AD42A-04BB-5818-8A59-5B3711D9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D4E-1E9A-4039-AFA7-559DB97CE1D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AC4E47-A224-2606-9421-21AA5FDD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7819FC-0D34-1C78-C06A-B6266D96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0408-56E7-4EB2-8F50-607C96EF80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381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FCF86-CBC7-F481-D953-A3244C9E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B4387D-E411-3326-505B-6C80B1E34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29FBCC-AAFD-1FDC-BB97-A1C9E669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D4E-1E9A-4039-AFA7-559DB97CE1D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B4F607-28D4-E618-BDA3-78B3296F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31AAEC-CA35-CE8D-A77B-38757820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0408-56E7-4EB2-8F50-607C96EF80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446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CB4029-E5A3-B6FC-753D-53FD760183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7F8B83-2A75-1878-CAEC-B6E71424C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CF5462-C7D8-9D1A-BDF6-54159E087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D4E-1E9A-4039-AFA7-559DB97CE1D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DF4E54-F089-BF40-9489-D556651C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638636-0DA8-0096-2F58-17856944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0408-56E7-4EB2-8F50-607C96EF80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4628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9C8E1A-A33E-346D-936B-F81553A03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7F5768-2CA8-EE5D-2279-F01403B75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5FAFFE-738A-D940-6D6D-162CC2CB67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4FD4E-1E9A-4039-AFA7-559DB97CE1D8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CADCCF-138A-8F87-6C35-6D7C37355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4C384D-0238-6910-D82D-6B43CF8CC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80408-56E7-4EB2-8F50-607C96EF80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815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93A616B9-E74E-F327-38A3-791024AF1F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7822"/>
              </p:ext>
            </p:extLst>
          </p:nvPr>
        </p:nvGraphicFramePr>
        <p:xfrm>
          <a:off x="1606550" y="605187"/>
          <a:ext cx="8978900" cy="588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0769931" imgH="7046913" progId="ChemDraw.Document.6.0">
                  <p:embed/>
                </p:oleObj>
              </mc:Choice>
              <mc:Fallback>
                <p:oleObj name="CS ChemDraw Drawing" r:id="rId2" imgW="10769931" imgH="704691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06550" y="605187"/>
                        <a:ext cx="8978900" cy="588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28937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CS ChemDraw Drawing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SOUTO SALOM MANUEL</dc:creator>
  <cp:lastModifiedBy>SOUTO SALOM MANUEL</cp:lastModifiedBy>
  <cp:revision>1</cp:revision>
  <dcterms:created xsi:type="dcterms:W3CDTF">2026-05-26T12:59:35Z</dcterms:created>
  <dcterms:modified xsi:type="dcterms:W3CDTF">2026-05-26T12:59:50Z</dcterms:modified>
</cp:coreProperties>
</file>